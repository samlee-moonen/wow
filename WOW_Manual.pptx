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3657600" cy="3657600"/>
          </a:xfrm>
          <a:prstGeom prst="ellipse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200400" cy="3200400"/>
          </a:xfrm>
          <a:prstGeom prst="ellipse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554480"/>
            <a:ext cx="4873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172648"/>
                </a:solidFill>
              </a:rPr>
              <a:t>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WOW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3D4FF"/>
                </a:solidFill>
              </a:rPr>
              <a:t>Work Overview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77639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C2FF"/>
                </a:solidFill>
              </a:rPr>
              <a:t>담당자별 업무 진행 항목 / 현황 관리 · 격주 단위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5029200"/>
            <a:ext cx="2194560" cy="365760"/>
          </a:xfrm>
          <a:prstGeom prst="rect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3D4FF"/>
                </a:solidFill>
              </a:rPr>
              <a:t>Microsoft Azure 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5029200"/>
            <a:ext cx="2194560" cy="365760"/>
          </a:xfrm>
          <a:prstGeom prst="rect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3D4FF"/>
                </a:solidFill>
              </a:rPr>
              <a:t>Firebase Firestore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5029200"/>
            <a:ext cx="2194560" cy="365760"/>
          </a:xfrm>
          <a:prstGeom prst="rect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3D4FF"/>
                </a:solidFill>
              </a:rPr>
              <a:t>Microsoft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WOW가 무엇인가요?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72648"/>
                </a:solidFill>
              </a:rPr>
              <a:t>•  담당자별 주간 일감을 격주 단위로 관리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72648"/>
                </a:solidFill>
              </a:rPr>
              <a:t>•  팀원의 상태(업무 중/휴가/종료)를 실시간 확인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72648"/>
                </a:solidFill>
              </a:rPr>
              <a:t>•  외부 관계자는 요약 화면에서 담당자 현황 파악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72648"/>
                </a:solidFill>
              </a:rPr>
              <a:t>•  Teams 업무 종료 보고 자동 생성 및 전송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72648"/>
                </a:solidFill>
              </a:rPr>
              <a:t>•  관리자 / 팀원 / 외부인 역할 기반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</a:rPr>
              <a:t>Microsoft Azure AD 로그인 → 자동 멤버 등록
Firebase Firestore 실시간 동기화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4688" y="1069848"/>
            <a:ext cx="645566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26-03-27 10 41 19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43000"/>
            <a:ext cx="6309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역할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관리자 · 팀원 · 외부인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F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👑 관리자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모든 기능 사용 가능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담당자 추가 / 삭제 / 역할 변경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타 담당자 일감 이동 및 복사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외부인 뷰 미리보기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담당자 순서 드래그 변경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🙋 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본인 일감 및 상태 관리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팀 전체 주간 보드 조회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업무 설명 입력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Teams 업무 종료 보고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6576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3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solidFill>
            <a:srgbClr val="643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🌐 외부인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팀 업무 요약(외부인 뷰)만 열람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담당자 상태 및 업무 설명 확인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태그 필터로 담당자 검색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Teams로 담당자 직접 연락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</a:rPr>
              <a:t>※ 최초 가입 시 관리자가 이미 있으면 외부인으로 등록됩니다. 관리자가 역할을 변경해야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상황판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팀 현황을 한눈에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접기 / 펼치기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기본값: 접힌 상태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헤더 클릭 → 펼치기 / 접기 토글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접힌 상태: 업무 중 N명 / 휴가 N명 / 종료 N명 요약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내 상태 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19272"/>
            <a:ext cx="137160" cy="13716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75A"/>
                </a:solidFill>
              </a:rPr>
              <a:t>업무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246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기본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69080"/>
            <a:ext cx="137160" cy="137160"/>
          </a:xfrm>
          <a:prstGeom prst="rect">
            <a:avLst/>
          </a:prstGeom>
          <a:solidFill>
            <a:srgbClr val="008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959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DA8"/>
                </a:solidFill>
              </a:rPr>
              <a:t>휴가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9959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종료일 선택 → 당일 자정 이후 자동 복귀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18888"/>
            <a:ext cx="137160" cy="137160"/>
          </a:xfrm>
          <a:prstGeom prst="rect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457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78C"/>
                </a:solidFill>
              </a:rPr>
              <a:t>종료 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7457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Teams 보고 후 상태 변경 / 다음 평일 자동 복귀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376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업무 설명 &amp; 미보고 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본인 행 클릭 → 현재 업무 입력 (최대 60자)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평일 18시 이후 업무 중 상태 → ⚠ 미보고 배지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6128" y="1069848"/>
            <a:ext cx="636422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2026-03-27 10 41 19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주간 업무 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담당자별 일감 현황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보드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담당자별 월~금 5개 컬럼 구성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그룹 설정 시 그룹 헤더로 구분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주차 네비게이션으로 이전 / 다음 주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일감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1868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요일 컬럼 하단 ＋ 버튼 클릭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여러 날 동시 추가 가능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주 단위 반복 등록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462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일감 상태 (클릭으로 순환)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64608"/>
            <a:ext cx="1051560" cy="347472"/>
          </a:xfrm>
          <a:prstGeom prst="rect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8646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할 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4864608"/>
            <a:ext cx="1051560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8646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진행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864608"/>
            <a:ext cx="1051560" cy="347472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8646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4864608"/>
            <a:ext cx="1051560" cy="347472"/>
          </a:xfrm>
          <a:prstGeom prst="rect">
            <a:avLst/>
          </a:prstGeom>
          <a:solidFill>
            <a:srgbClr val="F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8646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보류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069848"/>
            <a:ext cx="636422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2026-03-27 10 41 19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일감 이동 &amp; 복사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드래그 앤 드롭으로 손쉽게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일감 이동 (드래그 앤 드롭)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같은 담당자의 다른 요일 컬럼으로 드래그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관리자는 다른 담당자 컬럼으로도 이동 가능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드롭 위치에 파란 링 표시로 피드백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36576" cy="274320"/>
          </a:xfrm>
          <a:prstGeom prst="rect">
            <a:avLst/>
          </a:prstGeom>
          <a:solidFill>
            <a:srgbClr val="F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B00"/>
                </a:solidFill>
              </a:rPr>
              <a:t>일감 복사 (관리자 전용)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일감 우측 📋 버튼 클릭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대상 담당자 / 주차 / 요일 선택 후 복사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원본 일감은 그대로 유지됨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63440"/>
            <a:ext cx="36576" cy="274320"/>
          </a:xfrm>
          <a:prstGeom prst="rect">
            <a:avLst/>
          </a:prstGeom>
          <a:solidFill>
            <a:srgbClr val="E5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6D00"/>
                </a:solidFill>
              </a:rPr>
              <a:t>이월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4748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완료되지 않은 업무를 다음 주로 이월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주황색 배경 섹션으로 구분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드래그 앤 드롭으로 순서 변경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1069848"/>
            <a:ext cx="636422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026-03-27 10 41 19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담당자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관리자 전용 · 헤더 '👤 담당자 관리' 버튼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담당자 추가 / 수정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</a:rPr>
              <a:t>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09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</a:rPr>
              <a:t>직급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042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78C"/>
                </a:solidFill>
              </a:rPr>
              <a:t>이모지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986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프로필 아이콘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93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78C"/>
                </a:solidFill>
              </a:rPr>
              <a:t>부서/그룹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93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그룹 구분 표시에 사용됨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87367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75A"/>
                </a:solidFill>
              </a:rPr>
              <a:t>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8736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648"/>
                </a:solidFill>
              </a:rPr>
              <a:t>외부인 뷰 필터용 · 복수 입력 · 자동완성 지원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873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역할 변경 &amp; 순서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85232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드롭다운으로 관리자 / 팀원 / 외부인 즉시 변경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⠿ 핸들 드래그로 담당자 순서 변경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마지막 관리자는 역할 변경 불가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6128" y="1069848"/>
            <a:ext cx="636422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2026-03-27 10 41 19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Teams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업무 종료 보고 · 외부인 Teams 연락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57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📤  업무 종료 보고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83664"/>
            <a:ext cx="274320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상황판에서 '종료 📤' 버튼 클릭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33472"/>
            <a:ext cx="274320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오늘 완료 업무 목록 자동 채워진 양식 열림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79"/>
            <a:ext cx="274320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28415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내용 자유 수정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33088"/>
            <a:ext cx="274320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'Teams 전송 후 종료' 클릭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82895"/>
            <a:ext cx="274320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6460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28031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전송 완료 → 상태 '종료'로 변경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</a:rPr>
              <a:t>※ '종료만 처리': 전송 없이 상태만 변경
※ '취소': 창 닫기, 업무 중 상태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3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643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2161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💬  외부인 Teams 연락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외부인 뷰 멤버 카드 하단에 메시지 입력창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메시지 입력 후 💬 버튼 또는 Enter 클릭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Teams 앱이 열리며 채팅창에 메시지 입력된 상태로 시작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이메일 등록된 담당자만 버튼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종료 / 휴가 상태 담당자는 버튼 미표시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외부인 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D4FF"/>
                </a:solidFill>
              </a:rPr>
              <a:t>외부인 전용 팀 업무 요약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상단 배너: 현재 업무 중 인원 수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멤버 카드 그리드 (최대 4열)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카드: 이모지 · 상태 · 이름 · 직급 · 태그 · 업무 설명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상태 순서: 업무 중 → 휴가 → 종료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9184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태그 필터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75887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뷰 상단 태그 버튼 클릭 → 해당 태그 담당자만 표시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여러 태그 동시 선택 (AND 조건)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72648"/>
                </a:solidFill>
              </a:rPr>
              <a:t>•  '✕ 초기화' 버튼으로 필터 해제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937760"/>
            <a:ext cx="36576" cy="2743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CC"/>
                </a:solidFill>
              </a:rPr>
              <a:t>관리자 미리보기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85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2648"/>
                </a:solidFill>
              </a:rPr>
              <a:t>헤더 '👁 외부인 뷰' 버튼으로 관리자도 외부인 화면 확인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1069848"/>
            <a:ext cx="6364224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026-03-27 10 41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4114800" cy="4114800"/>
          </a:xfrm>
          <a:prstGeom prst="ellipse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114800"/>
            <a:ext cx="3657600" cy="3657600"/>
          </a:xfrm>
          <a:prstGeom prst="ellipse">
            <a:avLst/>
          </a:prstGeom>
          <a:solidFill>
            <a:srgbClr val="003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5788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72648"/>
                </a:solidFill>
              </a:rPr>
              <a:t>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060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WOW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3D4FF"/>
                </a:solidFill>
              </a:rPr>
              <a:t>Work Overview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690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9C2FF"/>
                </a:solidFill>
              </a:rPr>
              <a:t>담당자별 업무 진행 항목 / 현황 관리 · 격주 단위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